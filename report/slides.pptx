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LoginLens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detection of unusual login activity in R (synthetic data)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Unusual logins (odd hours, bursts, spikes) are worth reviewing</a:t>
            </a:r>
          </a:p>
          <a:p>
            <a:pPr lvl="0"/>
            <a:r>
              <a:rPr/>
              <a:t>Goal: transparent statistical rules, not a black box</a:t>
            </a:r>
          </a:p>
          <a:p>
            <a:pPr lvl="0"/>
            <a:r>
              <a:rPr/>
              <a:t>All data synthetic; a flag means “unusual”, not “attack”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</a:t>
            </a:r>
          </a:p>
        </p:txBody>
      </p:sp>
      <p:pic>
        <p:nvPicPr>
          <p:cNvPr descr="figures/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70100"/>
            <a:ext cx="82296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3179 events, 25 users, 60 days (seed 42)</a:t>
            </a:r>
          </a:p>
          <a:p>
            <a:pPr lvl="0"/>
            <a:r>
              <a:rPr/>
              <a:t>30-day baseline (clean) + 30-day evaluation (93 injected anomalies)</a:t>
            </a:r>
          </a:p>
          <a:p>
            <a:pPr lvl="0"/>
            <a:r>
              <a:rPr/>
              <a:t>Normal noise: random-hour logins, mistyped-password streaks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 1: login-hour rarity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Smoothed per-user hour probabilities, circular kernel (23:00 ~ 00:00)</a:t>
            </a:r>
          </a:p>
          <a:p>
            <a:pPr lvl="0"/>
            <a:r>
              <a:rPr/>
              <a:t>Flag if P(hour) &lt; r/24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 2 and 3: frequency and bursts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 = (k - mean)/max(sd, 1), capped at 10</a:t>
            </a:r>
          </a:p>
          <a:p>
            <a:pPr lvl="0"/>
            <a:r>
              <a:rPr/>
              <a:t>Burst: failures in trailing 10 minutes</a:t>
            </a:r>
          </a:p>
          <a:p>
            <a:pPr lvl="0"/>
            <a:r>
              <a:rPr/>
              <a:t>Score = max of normalised components; flag if &gt;=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Threshold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relaxed (r 0.10, z 3.5, b 6), balanced (0.20, 3.0, 4), strict (0.30, 2.5, 3)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fpr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relaxed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0.308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0.087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Threshold comparison</a:t>
            </a:r>
          </a:p>
        </p:txBody>
      </p:sp>
      <p:pic>
        <p:nvPicPr>
          <p:cNvPr descr="figures/threshold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Simulated data; self-injected anomalies</a:t>
            </a:r>
          </a:p>
          <a:p>
            <a:pPr lvl="0"/>
            <a:r>
              <a:rPr/>
              <a:t>Normal approximation for counts; stable-habit assumption</a:t>
            </a:r>
          </a:p>
          <a:p>
            <a:pPr lvl="0"/>
            <a:r>
              <a:rPr/>
              <a:t>Subtle anomalies are missed; results are not real-world evidence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and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 automated expectations, all passing</a:t>
            </a:r>
          </a:p>
          <a:p>
            <a:pPr lvl="0"/>
            <a:r>
              <a:rPr/>
              <a:t>Shiny app: Overview, Login Explorer, Threshold Lab, Insights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LoginLens</dc:title>
  <dc:creator/>
  <cp:keywords/>
  <dcterms:created xsi:type="dcterms:W3CDTF">2026-10-15T19:29:49Z</dcterms:created>
  <dcterms:modified xsi:type="dcterms:W3CDTF">2026-10-15T19:29:49Z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>powerpoint_presentation</vt:lpwstr>
  </property>
  <property fmtid="{D5CDD505-2E9C-101B-9397-08002B2CF9AE}" pid="3" name="subtitle">
    <vt:lpwstr>Statistical detection of unusual login activity in R (synthetic data)</vt:lpwstr>
  </property>
</Properties>
</file>